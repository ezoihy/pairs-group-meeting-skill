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6A050-4706-86F1-A6D6-869504A36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A7F71C-18E0-2CD5-5FCD-411AA3B3F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FAADC3-81FE-B984-B5CB-1A682FD9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53E3FD-B16B-CDE3-EB77-B1E549D1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9D86D8-06AD-DC8A-193A-5ACF9B0D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412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7ABE6-AF9D-33D8-D56E-615878B8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7DC0F5-C4BE-6605-363C-80AFA5A50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6D501-E8FE-FCF3-AE40-782B16D1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77CC94-4BDC-0D48-86D3-BD9E0405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2681F-4968-B5C5-4514-FF311C7C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666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5DA14-1525-E321-DBED-B3628B728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455C46-4B2D-9A32-3333-A22523528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27F11-F746-223E-1C79-B8571629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0F7ED6-5B33-FEAD-B017-EF6F37F7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576C4-D0A2-8466-A3CF-77F6A0CA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192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A2348-9A3F-4F6C-FA47-0376842F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E2A67C-B247-1E26-2D38-4359EEF5D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DC3336-1CB4-7A8C-E69E-A2D127503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55ACDF-675C-35F4-E3F9-DF557075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DD4F3C-A4B0-569E-EC86-F6DF37F2F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76B198-9D95-CC9E-8A32-8F570358C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8149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0961F-B256-532F-CFB2-30B02663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7B9C70-D295-5E5B-FA26-C75850EC4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01FFD6-692B-A549-7484-6110638BD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B9B657-D205-763C-2AC8-887037FD4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025A8A-EB97-9B03-D48C-7EC4964B4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34CC24-A73B-1033-614A-DA227F4B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75B4CA-D2B7-4DDF-7E11-4ED5D1D3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88BDB2-1E43-7FCC-B0EC-3BE51C6C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460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D0FC3-D1FE-82E7-F58F-B1B9B6C4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D9496B-F296-C854-664B-CFFB71FF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76F318-3E29-B9A1-9FA1-D5550724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0CFB15-E558-53F7-F6F6-121A152C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108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36AC26-1773-0665-ED19-DB04180BF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9345B3-0640-CC5A-7445-D2518C4D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29AD2C-8C46-58EC-209B-B06D6358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215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A0A96-2B5A-73BC-B68E-ECBE3DCE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84E939-E399-66FB-B01C-A595D906F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59B73D-F6CC-DB98-C2C7-62F6CCF50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016BD-9A6D-D8F7-9E54-96C6637F1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40B07-0CF5-00CA-F7EC-6D0B1724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CF37A5-83A0-CDD0-B205-748E4646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223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4C56C-8AEC-47B8-603D-233C15FE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BEF2D9-F060-CAEB-A94B-3274821ADB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2ED1D1-CCCC-3E6E-EFD9-4DEDFD206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72AAA8-7337-E7C3-A29A-58002206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F21A5A-1DBF-A191-C7F9-B15A6293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62AF9B-CF1B-8787-C936-EA9CC26C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653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FB760-223A-5D5F-4B49-B416E0BE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34CEAD-A77A-A8FB-D649-33F0CD472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D83735-F1F9-EBA4-CEFE-D177C241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5B767-6B39-518C-ABDA-D06C898A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546B1-A1EE-9AAC-7D09-4EF60D90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461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448185-7893-7235-2864-780CDFF64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233552-3B0C-BD66-6CAE-CCF205F49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9ABE92-32E3-4536-C2EF-8F617162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5026B4-B697-79E3-2336-2A94F32F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38C26-86ED-7B90-9CB9-4D04E21D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207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977276-30E6-4883-B800-ADC2495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00519-5B81-08A3-CC70-63CEAF2A5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25A8B-5C91-9AFB-FA83-EBB1B10A3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4C41D-0138-304E-9937-9698B74F5120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E9FAD-4799-A0F6-EF31-0CB2D3013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2AD35B-C498-7FB9-4BB0-1545B407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55577-BB4D-F54F-A668-77C0DC18F7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092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E0706-F87A-10AE-9CD8-C101CB61E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2466975"/>
            <a:ext cx="6096000" cy="733425"/>
          </a:xfrm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zh-CN" altLang="zh-CN" sz="4800" b="1" dirty="0">
                <a:solidFill>
                  <a:srgbClr val="111F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Meeting</a:t>
            </a:r>
            <a:endParaRPr kumimoji="1" lang="zh-CN" altLang="en-US" sz="4800" b="1" dirty="0">
              <a:solidFill>
                <a:srgbClr val="111F4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250B7E-3521-BD6A-B371-1F8CCCFFB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4178300"/>
            <a:ext cx="5080000" cy="762000"/>
          </a:xfrm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srgbClr val="4A5878"/>
                </a:solidFill>
              </a:rPr>
              <a:t>2026.XX.XX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srgbClr val="4A5878"/>
                </a:solidFill>
              </a:rPr>
              <a:t>Name</a:t>
            </a:r>
            <a:endParaRPr kumimoji="1" lang="zh-CN" altLang="en-US" dirty="0">
              <a:solidFill>
                <a:srgbClr val="4A5878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39F9D67-0F05-3738-63E3-D143A5EF748E}"/>
              </a:ext>
            </a:extLst>
          </p:cNvPr>
          <p:cNvGrpSpPr/>
          <p:nvPr/>
        </p:nvGrpSpPr>
        <p:grpSpPr>
          <a:xfrm>
            <a:off x="6282347" y="-72901"/>
            <a:ext cx="6475292" cy="911323"/>
            <a:chOff x="6282347" y="-72901"/>
            <a:chExt cx="6475292" cy="911323"/>
          </a:xfrm>
        </p:grpSpPr>
        <p:pic>
          <p:nvPicPr>
            <p:cNvPr id="4" name="图片 3" descr="PAIRS Lab logo">
              <a:extLst>
                <a:ext uri="{FF2B5EF4-FFF2-40B4-BE49-F238E27FC236}">
                  <a16:creationId xmlns:a16="http://schemas.microsoft.com/office/drawing/2014/main" id="{2BF00361-2A7B-FA89-887A-907492D3B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2347" y="-72901"/>
              <a:ext cx="3645292" cy="911323"/>
            </a:xfrm>
            <a:prstGeom prst="rect">
              <a:avLst/>
            </a:prstGeom>
          </p:spPr>
        </p:pic>
        <p:pic>
          <p:nvPicPr>
            <p:cNvPr id="5" name="图片 4" descr="The Hong Kong University of Science and Technology (Guangzhou)">
              <a:extLst>
                <a:ext uri="{FF2B5EF4-FFF2-40B4-BE49-F238E27FC236}">
                  <a16:creationId xmlns:a16="http://schemas.microsoft.com/office/drawing/2014/main" id="{A1C006D0-7DBA-26CE-0E7A-514A83191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347" y="112760"/>
              <a:ext cx="283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654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4;p31">
            <a:extLst>
              <a:ext uri="{FF2B5EF4-FFF2-40B4-BE49-F238E27FC236}">
                <a16:creationId xmlns:a16="http://schemas.microsoft.com/office/drawing/2014/main" id="{78EBAC80-AE2E-4D06-5B1A-4D558D7E50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250" y="95250"/>
            <a:ext cx="7620000" cy="76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Done last two weeks</a:t>
            </a:r>
            <a:endParaRPr sz="36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6;p31">
            <a:extLst>
              <a:ext uri="{FF2B5EF4-FFF2-40B4-BE49-F238E27FC236}">
                <a16:creationId xmlns:a16="http://schemas.microsoft.com/office/drawing/2014/main" id="{BE9DBF88-2C5C-2E1D-33C4-0CDF0F8EBC7A}"/>
              </a:ext>
            </a:extLst>
          </p:cNvPr>
          <p:cNvSpPr txBox="1"/>
          <p:nvPr/>
        </p:nvSpPr>
        <p:spPr>
          <a:xfrm>
            <a:off x="349250" y="1219200"/>
            <a:ext cx="8890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Project: </a:t>
            </a:r>
            <a:r>
              <a:rPr 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a. xxxxxxxxxxxxxxxxxxxxxxx — </a:t>
            </a:r>
            <a:r>
              <a:rPr lang="zh-CN" sz="28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done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b. xxxxxxxxxxxxxxxxxxxxxxxxxxxxx — </a:t>
            </a:r>
            <a:r>
              <a:rPr lang="zh-CN" sz="28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done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c. xxxxxxxxxxxxxxxxxxxxxxxxxx — </a:t>
            </a:r>
            <a:r>
              <a:rPr lang="zh-CN" sz="28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done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d. xxxxxxxxxxxxxxxxxxxxxxx — </a:t>
            </a:r>
            <a:r>
              <a:rPr lang="zh-CN" sz="2800" dirty="0">
                <a:solidFill>
                  <a:srgbClr val="9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on-going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Project: </a:t>
            </a:r>
            <a:r>
              <a:rPr 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xxxxxxxxxxxxxxxx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a. xxxxxxxxxxxxxxxxxxxxx — </a:t>
            </a:r>
            <a:r>
              <a:rPr lang="zh-CN" sz="28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done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b. xxxxxxxxxxxxxxxxxxxxxxxxxxxxxx — </a:t>
            </a:r>
            <a:r>
              <a:rPr lang="zh-CN" sz="28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done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c. xxxxxxxxxxxxxxxxxxxxx — </a:t>
            </a:r>
            <a:r>
              <a:rPr lang="zh-CN" sz="2800" dirty="0">
                <a:solidFill>
                  <a:srgbClr val="9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on-going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d. xxxxxxxxxxxxxxxxxxxxxxxxxx — </a:t>
            </a:r>
            <a:r>
              <a:rPr lang="zh-CN" sz="2800" dirty="0">
                <a:solidFill>
                  <a:srgbClr val="9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on-going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530D9F-4E60-A092-714D-0195E82E6122}"/>
              </a:ext>
            </a:extLst>
          </p:cNvPr>
          <p:cNvGrpSpPr>
            <a:grpSpLocks noChangeAspect="1"/>
          </p:cNvGrpSpPr>
          <p:nvPr/>
        </p:nvGrpSpPr>
        <p:grpSpPr>
          <a:xfrm>
            <a:off x="8128524" y="5922049"/>
            <a:ext cx="4404134" cy="619831"/>
            <a:chOff x="6282347" y="-72901"/>
            <a:chExt cx="6475292" cy="911323"/>
          </a:xfrm>
        </p:grpSpPr>
        <p:pic>
          <p:nvPicPr>
            <p:cNvPr id="3" name="图片 2" descr="PAIRS Lab logo">
              <a:extLst>
                <a:ext uri="{FF2B5EF4-FFF2-40B4-BE49-F238E27FC236}">
                  <a16:creationId xmlns:a16="http://schemas.microsoft.com/office/drawing/2014/main" id="{5B9839CB-611E-D324-88B4-454182003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2347" y="-72901"/>
              <a:ext cx="3645292" cy="911323"/>
            </a:xfrm>
            <a:prstGeom prst="rect">
              <a:avLst/>
            </a:prstGeom>
          </p:spPr>
        </p:pic>
        <p:pic>
          <p:nvPicPr>
            <p:cNvPr id="4" name="图片 3" descr="The Hong Kong University of Science and Technology (Guangzhou)">
              <a:extLst>
                <a:ext uri="{FF2B5EF4-FFF2-40B4-BE49-F238E27FC236}">
                  <a16:creationId xmlns:a16="http://schemas.microsoft.com/office/drawing/2014/main" id="{1ED42AD9-9C88-8E8E-37B5-59C69EE09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347" y="112760"/>
              <a:ext cx="283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483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1FC19-F8B7-1ECA-3AA3-672DD93A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4;p31">
            <a:extLst>
              <a:ext uri="{FF2B5EF4-FFF2-40B4-BE49-F238E27FC236}">
                <a16:creationId xmlns:a16="http://schemas.microsoft.com/office/drawing/2014/main" id="{03AE17E9-7100-D25B-4EF6-38904E0CBB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250" y="95250"/>
            <a:ext cx="7620000" cy="76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</a:t>
            </a:r>
            <a:r>
              <a:rPr lang="zh-CN" altLang="en-US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sz="36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48042F-CE48-D553-67DA-66B21C261163}"/>
              </a:ext>
            </a:extLst>
          </p:cNvPr>
          <p:cNvGrpSpPr>
            <a:grpSpLocks noChangeAspect="1"/>
          </p:cNvGrpSpPr>
          <p:nvPr/>
        </p:nvGrpSpPr>
        <p:grpSpPr>
          <a:xfrm>
            <a:off x="8128524" y="5922049"/>
            <a:ext cx="4404134" cy="619831"/>
            <a:chOff x="6282347" y="-72901"/>
            <a:chExt cx="6475292" cy="911323"/>
          </a:xfrm>
        </p:grpSpPr>
        <p:pic>
          <p:nvPicPr>
            <p:cNvPr id="3" name="图片 2" descr="PAIRS Lab logo">
              <a:extLst>
                <a:ext uri="{FF2B5EF4-FFF2-40B4-BE49-F238E27FC236}">
                  <a16:creationId xmlns:a16="http://schemas.microsoft.com/office/drawing/2014/main" id="{4E9EE589-AC8A-985F-3BD7-483D69331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2347" y="-72901"/>
              <a:ext cx="3645292" cy="911323"/>
            </a:xfrm>
            <a:prstGeom prst="rect">
              <a:avLst/>
            </a:prstGeom>
          </p:spPr>
        </p:pic>
        <p:pic>
          <p:nvPicPr>
            <p:cNvPr id="4" name="图片 3" descr="The Hong Kong University of Science and Technology (Guangzhou)">
              <a:extLst>
                <a:ext uri="{FF2B5EF4-FFF2-40B4-BE49-F238E27FC236}">
                  <a16:creationId xmlns:a16="http://schemas.microsoft.com/office/drawing/2014/main" id="{F606EEED-4508-BE31-22A2-D948EC621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347" y="112760"/>
              <a:ext cx="283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374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D9036-383E-7369-1571-E04A62CB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4;p31">
            <a:extLst>
              <a:ext uri="{FF2B5EF4-FFF2-40B4-BE49-F238E27FC236}">
                <a16:creationId xmlns:a16="http://schemas.microsoft.com/office/drawing/2014/main" id="{387874B6-5530-2319-DA44-8B2CEB107F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250" y="95250"/>
            <a:ext cx="7620000" cy="76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</a:t>
            </a:r>
            <a:endParaRPr sz="36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46;p31">
            <a:extLst>
              <a:ext uri="{FF2B5EF4-FFF2-40B4-BE49-F238E27FC236}">
                <a16:creationId xmlns:a16="http://schemas.microsoft.com/office/drawing/2014/main" id="{724AB5B6-F28E-1DD7-2747-11F883F6A146}"/>
              </a:ext>
            </a:extLst>
          </p:cNvPr>
          <p:cNvSpPr txBox="1"/>
          <p:nvPr/>
        </p:nvSpPr>
        <p:spPr>
          <a:xfrm>
            <a:off x="349250" y="1219200"/>
            <a:ext cx="8890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Project: </a:t>
            </a:r>
            <a:r>
              <a:rPr 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a. xxxxxxxxxxxxxxxxxxxxxxx</a:t>
            </a:r>
            <a:endParaRPr lang="zh-CN" sz="28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b. xxxxxxxxxxxxxxxxxxxxxxxxxxxxx </a:t>
            </a:r>
            <a:endParaRPr lang="en-US" altLang="zh-CN" sz="2800" dirty="0">
              <a:solidFill>
                <a:srgbClr val="00214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c. xxxxxxxxxxxxxxxxxxxxxxxxxx </a:t>
            </a:r>
            <a:endParaRPr lang="en-US" altLang="zh-CN" sz="2800" dirty="0">
              <a:solidFill>
                <a:srgbClr val="00214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d. xxxxxxxxxxxxxxxxxxxxxxx</a:t>
            </a:r>
            <a:endParaRPr lang="zh-CN" sz="2800" dirty="0">
              <a:solidFill>
                <a:srgbClr val="98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alt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Project: </a:t>
            </a:r>
            <a:r>
              <a:rPr lang="zh-CN" sz="2800" b="1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xxxxxxxxxxxxxxxx</a:t>
            </a: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a. xxxxxxxxxxxxxxxxxxxxx</a:t>
            </a:r>
            <a:endParaRPr lang="zh-CN" sz="28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b. xxxxxxxxxxxxxxxxxxxxxxxxxxxxxx</a:t>
            </a:r>
            <a:endParaRPr lang="zh-CN" sz="28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c. xxxxxxxxxxxxxxxxxxxxx</a:t>
            </a:r>
            <a:endParaRPr lang="zh-CN" sz="2800" dirty="0">
              <a:solidFill>
                <a:srgbClr val="98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2800" dirty="0">
                <a:solidFill>
                  <a:srgbClr val="0021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d. xxxxxxxxxxxxxxxxxxxxxxxxxx</a:t>
            </a:r>
            <a:endParaRPr lang="zh-CN" sz="2800" dirty="0">
              <a:solidFill>
                <a:srgbClr val="98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BF71C3F-510D-7E2F-1EA5-82C9305BEAB5}"/>
              </a:ext>
            </a:extLst>
          </p:cNvPr>
          <p:cNvGrpSpPr>
            <a:grpSpLocks noChangeAspect="1"/>
          </p:cNvGrpSpPr>
          <p:nvPr/>
        </p:nvGrpSpPr>
        <p:grpSpPr>
          <a:xfrm>
            <a:off x="8128524" y="5922049"/>
            <a:ext cx="4404134" cy="619831"/>
            <a:chOff x="6282347" y="-72901"/>
            <a:chExt cx="6475292" cy="911323"/>
          </a:xfrm>
        </p:grpSpPr>
        <p:pic>
          <p:nvPicPr>
            <p:cNvPr id="3" name="图片 2" descr="PAIRS Lab logo">
              <a:extLst>
                <a:ext uri="{FF2B5EF4-FFF2-40B4-BE49-F238E27FC236}">
                  <a16:creationId xmlns:a16="http://schemas.microsoft.com/office/drawing/2014/main" id="{D453021E-3053-1A12-F592-776D64955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2347" y="-72901"/>
              <a:ext cx="3645292" cy="911323"/>
            </a:xfrm>
            <a:prstGeom prst="rect">
              <a:avLst/>
            </a:prstGeom>
          </p:spPr>
        </p:pic>
        <p:pic>
          <p:nvPicPr>
            <p:cNvPr id="4" name="图片 3" descr="The Hong Kong University of Science and Technology (Guangzhou)">
              <a:extLst>
                <a:ext uri="{FF2B5EF4-FFF2-40B4-BE49-F238E27FC236}">
                  <a16:creationId xmlns:a16="http://schemas.microsoft.com/office/drawing/2014/main" id="{100AB4ED-C97F-1D5D-DC7E-A609D719A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347" y="112760"/>
              <a:ext cx="283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790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746075-E686-4E4A-BD29-41362705F0E9}">
  <we:reference id="wa200010725" version="1.0.0.1" store="zh-CN" storeType="OMEX"/>
  <we:alternateReferences>
    <we:reference id="WA200010725" version="1.0.0.1" store="WA200010725" storeType="OMEX"/>
  </we:alternateReferences>
  <we:properties>
    <we:property name="claude.fileId" value="&quot;477fdde3-f3e0-4ecd-9d65-3024fe58bd0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35</TotalTime>
  <Words>97</Words>
  <Application>Microsoft Macintosh PowerPoint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主题​​</vt:lpstr>
      <vt:lpstr>Group Meeting</vt:lpstr>
      <vt:lpstr>Done last two weeks</vt:lpstr>
      <vt:lpstr>XXX results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e86488</dc:creator>
  <cp:lastModifiedBy>e86488</cp:lastModifiedBy>
  <cp:revision>4</cp:revision>
  <dcterms:created xsi:type="dcterms:W3CDTF">2026-10-29T06:17:21Z</dcterms:created>
  <dcterms:modified xsi:type="dcterms:W3CDTF">2026-10-29T06:53:14Z</dcterms:modified>
</cp:coreProperties>
</file>